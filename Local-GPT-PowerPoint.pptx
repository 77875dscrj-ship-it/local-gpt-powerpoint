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7" d="100"/>
          <a:sy n="97" d="100"/>
        </p:scale>
        <p:origin x="78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6A20F7-782C-4151-8A61-C71ACBD3108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01C9D-6011-4149-8B65-E153F656C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953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이 슬라이드의 핵심은 채팅만으로 슬라이드 수정 속도를 크게 줄일 수 있다는 점입니다</a:t>
            </a:r>
            <a:r>
              <a:rPr lang="en-US" altLang="ko-KR" smtClean="0"/>
              <a:t>. </a:t>
            </a:r>
            <a:r>
              <a:rPr lang="ko-KR" altLang="en-US" smtClean="0"/>
              <a:t>사용자가 제목이나 본문</a:t>
            </a:r>
            <a:r>
              <a:rPr lang="en-US" altLang="ko-KR" smtClean="0"/>
              <a:t>, bullet </a:t>
            </a:r>
            <a:r>
              <a:rPr lang="ko-KR" altLang="en-US" smtClean="0"/>
              <a:t>구조를 자연어로 요청하면</a:t>
            </a:r>
            <a:r>
              <a:rPr lang="en-US" altLang="ko-KR" smtClean="0"/>
              <a:t>, </a:t>
            </a:r>
            <a:r>
              <a:rPr lang="ko-KR" altLang="en-US" smtClean="0"/>
              <a:t>그 내용이 바로 슬라이드에 반영됩니다</a:t>
            </a:r>
            <a:r>
              <a:rPr lang="en-US" altLang="ko-KR" smtClean="0"/>
              <a:t>. </a:t>
            </a:r>
            <a:r>
              <a:rPr lang="ko-KR" altLang="en-US" smtClean="0"/>
              <a:t>그래서 작은 문구 수정이나 구조 변경을 반복해서 직접 편집할 필요가 줄어듭니다</a:t>
            </a:r>
            <a:r>
              <a:rPr lang="en-US" altLang="ko-KR" smtClean="0"/>
              <a:t>. </a:t>
            </a:r>
            <a:r>
              <a:rPr lang="ko-KR" altLang="en-US" smtClean="0"/>
              <a:t>특히 테스트용 변경 사항을 빠르게 확인할 수 있어</a:t>
            </a:r>
            <a:r>
              <a:rPr lang="en-US" altLang="ko-KR" smtClean="0"/>
              <a:t>, </a:t>
            </a:r>
            <a:r>
              <a:rPr lang="ko-KR" altLang="en-US" smtClean="0"/>
              <a:t>프레젠테이션 작업 흐름이 훨씬 가벼워집니다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E01C9D-6011-4149-8B65-E153F656CA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915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97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0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01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0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55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4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3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6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01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7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09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1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AE1B3-BF93-48E2-9AA9-F173AD57394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57247-B6E1-4C79-87D2-DF4517E6F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5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채팅 기반 수정으로 작업 속도 향상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lang="ko-KR" altLang="en-US" smtClean="0">
                <a:latin typeface="留묒? 怨좊뵓"/>
              </a:rPr>
              <a:t>채팅만으로 즉시 편집
제목</a:t>
            </a:r>
            <a:r>
              <a:rPr lang="en-US" altLang="ko-KR" smtClean="0">
                <a:latin typeface="留묒? 怨좊뵓"/>
              </a:rPr>
              <a:t>·</a:t>
            </a:r>
            <a:r>
              <a:rPr lang="ko-KR" altLang="en-US" smtClean="0">
                <a:latin typeface="留묒? 怨좊뵓"/>
              </a:rPr>
              <a:t>본문</a:t>
            </a:r>
            <a:r>
              <a:rPr lang="en-US" altLang="ko-KR" smtClean="0">
                <a:latin typeface="留묒? 怨좊뵓"/>
              </a:rPr>
              <a:t>·</a:t>
            </a:r>
            <a:r>
              <a:rPr lang="ko-KR" altLang="en-US" smtClean="0">
                <a:latin typeface="留묒? 怨좊뵓"/>
              </a:rPr>
              <a:t>불릿 자동 반영
테스트 변경 빠르게 확인
반복 없이 작업 속도 향상</a:t>
            </a:r>
            <a:endParaRPr lang="ko-KR" altLang="en-US">
              <a:latin typeface="留묒? 怨좊뵓"/>
            </a:endParaRPr>
          </a:p>
        </p:txBody>
      </p:sp>
    </p:spTree>
    <p:extLst>
      <p:ext uri="{BB962C8B-B14F-4D97-AF65-F5344CB8AC3E}">
        <p14:creationId xmlns:p14="http://schemas.microsoft.com/office/powerpoint/2010/main" val="1940645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0ef0de-25e9-4ca1-9f66-a40fc58f6f6b}">
  <we:reference id="6d0ef0de-25e9-4ca1-9f66-a40fc58f6f6b" version="1.0.0.1" store="developer" storeType="Registry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와이드스크린</PresentationFormat>
  <Paragraphs>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留묒? 怨좊뵓</vt:lpstr>
      <vt:lpstr>Arial</vt:lpstr>
      <vt:lpstr>Calibri</vt:lpstr>
      <vt:lpstr>Calibri Light</vt:lpstr>
      <vt:lpstr>Office Theme</vt:lpstr>
      <vt:lpstr>PowerPoint 프레젠테이션</vt:lpstr>
      <vt:lpstr>채팅 기반 수정으로 작업 속도 향상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saman</cp:lastModifiedBy>
  <cp:revision>2</cp:revision>
  <dcterms:created xsi:type="dcterms:W3CDTF">2017-06-09T00:59:58Z</dcterms:created>
  <dcterms:modified xsi:type="dcterms:W3CDTF">2026-06-25T05:47:42Z</dcterms:modified>
</cp:coreProperties>
</file>